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395589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2130121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340945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2182794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1008835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1005462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355347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199669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456575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364360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2113457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CF71D-B4D1-4CE1-9D45-0F127AB837F9}" type="datetimeFigureOut">
              <a:rPr kumimoji="1" lang="ja-JP" altLang="en-US" smtClean="0"/>
              <a:t>2026/10/15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C33C3D-2044-4718-BE29-DDDE3D92032D}" type="slidenum">
              <a:rPr kumimoji="1" lang="ja-JP" altLang="en-US" smtClean="0"/>
              <a:t>‹#›</a:t>
            </a:fld>
            <a:endParaRPr kumimoji="1" lang="ja-JP" altLang="en-US"/>
          </a:p>
        </p:txBody>
      </p:sp>
    </p:spTree>
    <p:extLst>
      <p:ext uri="{BB962C8B-B14F-4D97-AF65-F5344CB8AC3E}">
        <p14:creationId xmlns:p14="http://schemas.microsoft.com/office/powerpoint/2010/main" val="1349304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4462786" y="2523047"/>
            <a:ext cx="2952925" cy="1200329"/>
          </a:xfrm>
          <a:prstGeom prst="rect">
            <a:avLst/>
          </a:prstGeom>
          <a:noFill/>
        </p:spPr>
        <p:txBody>
          <a:bodyPr wrap="square" rtlCol="0">
            <a:spAutoFit/>
          </a:bodyPr>
          <a:lstStyle/>
          <a:p>
            <a:pPr algn="ctr"/>
            <a:r>
              <a:rPr kumimoji="1" lang="ja-JP" altLang="en-US" sz="7200" b="1" dirty="0" smtClean="0"/>
              <a:t>企画書</a:t>
            </a:r>
            <a:endParaRPr kumimoji="1" lang="ja-JP" altLang="en-US" sz="7200" b="1" dirty="0"/>
          </a:p>
        </p:txBody>
      </p:sp>
      <p:sp>
        <p:nvSpPr>
          <p:cNvPr id="3" name="テキスト ボックス 2"/>
          <p:cNvSpPr txBox="1"/>
          <p:nvPr/>
        </p:nvSpPr>
        <p:spPr>
          <a:xfrm>
            <a:off x="3812442" y="4022011"/>
            <a:ext cx="4253612" cy="523220"/>
          </a:xfrm>
          <a:prstGeom prst="rect">
            <a:avLst/>
          </a:prstGeom>
          <a:noFill/>
        </p:spPr>
        <p:txBody>
          <a:bodyPr wrap="square" rtlCol="0">
            <a:spAutoFit/>
          </a:bodyPr>
          <a:lstStyle/>
          <a:p>
            <a:r>
              <a:rPr kumimoji="1" lang="ja-JP" altLang="en-US" sz="2800" b="1" dirty="0" smtClean="0"/>
              <a:t>タイトル</a:t>
            </a:r>
            <a:r>
              <a:rPr lang="en-US" altLang="ja-JP" sz="2800" b="1" dirty="0" smtClean="0"/>
              <a:t>:</a:t>
            </a:r>
            <a:r>
              <a:rPr lang="en-US" altLang="ja-JP" sz="2800" b="1" dirty="0"/>
              <a:t>alter emotions</a:t>
            </a:r>
            <a:endParaRPr kumimoji="1" lang="ja-JP" altLang="en-US" sz="2800" b="1" dirty="0"/>
          </a:p>
        </p:txBody>
      </p:sp>
      <p:sp>
        <p:nvSpPr>
          <p:cNvPr id="4" name="テキスト ボックス 3"/>
          <p:cNvSpPr txBox="1"/>
          <p:nvPr/>
        </p:nvSpPr>
        <p:spPr>
          <a:xfrm>
            <a:off x="5444837" y="3837345"/>
            <a:ext cx="2521527" cy="369332"/>
          </a:xfrm>
          <a:prstGeom prst="rect">
            <a:avLst/>
          </a:prstGeom>
          <a:noFill/>
        </p:spPr>
        <p:txBody>
          <a:bodyPr wrap="square" rtlCol="0">
            <a:spAutoFit/>
          </a:bodyPr>
          <a:lstStyle/>
          <a:p>
            <a:r>
              <a:rPr kumimoji="1" lang="ja-JP" altLang="en-US" dirty="0" smtClean="0"/>
              <a:t>オルターエモーション</a:t>
            </a:r>
            <a:endParaRPr kumimoji="1" lang="ja-JP" altLang="en-US" dirty="0"/>
          </a:p>
        </p:txBody>
      </p:sp>
    </p:spTree>
    <p:extLst>
      <p:ext uri="{BB962C8B-B14F-4D97-AF65-F5344CB8AC3E}">
        <p14:creationId xmlns:p14="http://schemas.microsoft.com/office/powerpoint/2010/main" val="1035935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947954" y="1993241"/>
            <a:ext cx="4286775" cy="461665"/>
          </a:xfrm>
          <a:prstGeom prst="rect">
            <a:avLst/>
          </a:prstGeom>
          <a:noFill/>
        </p:spPr>
        <p:txBody>
          <a:bodyPr wrap="square" rtlCol="0">
            <a:spAutoFit/>
          </a:bodyPr>
          <a:lstStyle/>
          <a:p>
            <a:r>
              <a:rPr lang="en-US" altLang="ja-JP" sz="2400" b="1" dirty="0" smtClean="0"/>
              <a:t>3D</a:t>
            </a:r>
            <a:r>
              <a:rPr lang="ja-JP" altLang="en-US" sz="2400" b="1" dirty="0"/>
              <a:t>アクションアドベンチャー</a:t>
            </a:r>
            <a:endParaRPr kumimoji="1" lang="ja-JP" altLang="en-US" sz="2400" dirty="0"/>
          </a:p>
        </p:txBody>
      </p:sp>
      <p:sp>
        <p:nvSpPr>
          <p:cNvPr id="3" name="テキスト ボックス 2"/>
          <p:cNvSpPr txBox="1"/>
          <p:nvPr/>
        </p:nvSpPr>
        <p:spPr>
          <a:xfrm>
            <a:off x="667622" y="1416978"/>
            <a:ext cx="1339444" cy="400110"/>
          </a:xfrm>
          <a:prstGeom prst="rect">
            <a:avLst/>
          </a:prstGeom>
          <a:noFill/>
        </p:spPr>
        <p:txBody>
          <a:bodyPr wrap="square" rtlCol="0">
            <a:spAutoFit/>
          </a:bodyPr>
          <a:lstStyle/>
          <a:p>
            <a:r>
              <a:rPr kumimoji="1" lang="ja-JP" altLang="en-US" sz="2000" b="1" dirty="0" smtClean="0"/>
              <a:t>ジャンル</a:t>
            </a:r>
            <a:endParaRPr kumimoji="1" lang="ja-JP" altLang="en-US" sz="2000" b="1" dirty="0"/>
          </a:p>
        </p:txBody>
      </p:sp>
      <p:sp>
        <p:nvSpPr>
          <p:cNvPr id="5" name="テキスト ボックス 4"/>
          <p:cNvSpPr txBox="1"/>
          <p:nvPr/>
        </p:nvSpPr>
        <p:spPr>
          <a:xfrm>
            <a:off x="667622" y="2916571"/>
            <a:ext cx="1234581" cy="400110"/>
          </a:xfrm>
          <a:prstGeom prst="rect">
            <a:avLst/>
          </a:prstGeom>
          <a:noFill/>
        </p:spPr>
        <p:txBody>
          <a:bodyPr wrap="square" rtlCol="0">
            <a:spAutoFit/>
          </a:bodyPr>
          <a:lstStyle/>
          <a:p>
            <a:r>
              <a:rPr kumimoji="1" lang="ja-JP" altLang="en-US" sz="2000" b="1" dirty="0" smtClean="0"/>
              <a:t>開発環境</a:t>
            </a:r>
            <a:endParaRPr kumimoji="1" lang="ja-JP" altLang="en-US" sz="2000" b="1" dirty="0"/>
          </a:p>
        </p:txBody>
      </p:sp>
      <p:sp>
        <p:nvSpPr>
          <p:cNvPr id="6" name="テキスト ボックス 5"/>
          <p:cNvSpPr txBox="1"/>
          <p:nvPr/>
        </p:nvSpPr>
        <p:spPr>
          <a:xfrm>
            <a:off x="947954" y="3547513"/>
            <a:ext cx="2290194" cy="461665"/>
          </a:xfrm>
          <a:prstGeom prst="rect">
            <a:avLst/>
          </a:prstGeom>
          <a:noFill/>
        </p:spPr>
        <p:txBody>
          <a:bodyPr wrap="square" rtlCol="0">
            <a:spAutoFit/>
          </a:bodyPr>
          <a:lstStyle/>
          <a:p>
            <a:r>
              <a:rPr lang="en-US" altLang="ja-JP" sz="2400" b="1" dirty="0" smtClean="0"/>
              <a:t>Unreal Engine</a:t>
            </a:r>
            <a:endParaRPr kumimoji="1" lang="ja-JP" altLang="en-US" sz="2400" b="1" dirty="0"/>
          </a:p>
        </p:txBody>
      </p:sp>
    </p:spTree>
    <p:extLst>
      <p:ext uri="{BB962C8B-B14F-4D97-AF65-F5344CB8AC3E}">
        <p14:creationId xmlns:p14="http://schemas.microsoft.com/office/powerpoint/2010/main" val="431244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100507" y="1233182"/>
            <a:ext cx="1627464" cy="923330"/>
          </a:xfrm>
          <a:prstGeom prst="rect">
            <a:avLst/>
          </a:prstGeom>
          <a:noFill/>
        </p:spPr>
        <p:txBody>
          <a:bodyPr wrap="square" rtlCol="0">
            <a:spAutoFit/>
          </a:bodyPr>
          <a:lstStyle/>
          <a:p>
            <a:r>
              <a:rPr lang="ja-JP" altLang="en-US" sz="5400" b="1" dirty="0"/>
              <a:t>概要</a:t>
            </a:r>
            <a:endParaRPr kumimoji="1" lang="ja-JP" altLang="en-US" sz="5400" b="1" dirty="0"/>
          </a:p>
        </p:txBody>
      </p:sp>
      <p:sp>
        <p:nvSpPr>
          <p:cNvPr id="3" name="正方形/長方形 2"/>
          <p:cNvSpPr/>
          <p:nvPr/>
        </p:nvSpPr>
        <p:spPr>
          <a:xfrm>
            <a:off x="1253834" y="2682271"/>
            <a:ext cx="10364919" cy="1569660"/>
          </a:xfrm>
          <a:prstGeom prst="rect">
            <a:avLst/>
          </a:prstGeom>
        </p:spPr>
        <p:txBody>
          <a:bodyPr wrap="square">
            <a:spAutoFit/>
          </a:bodyPr>
          <a:lstStyle/>
          <a:p>
            <a:r>
              <a:rPr lang="ja-JP" altLang="en-US" sz="2400" b="1" dirty="0" smtClean="0">
                <a:solidFill>
                  <a:srgbClr val="0D0D0D"/>
                </a:solidFill>
                <a:latin typeface="-apple-system-body"/>
              </a:rPr>
              <a:t>プレイヤー</a:t>
            </a:r>
            <a:r>
              <a:rPr lang="ja-JP" altLang="en-US" sz="2400" b="1" dirty="0" smtClean="0">
                <a:solidFill>
                  <a:srgbClr val="0D0D0D"/>
                </a:solidFill>
                <a:latin typeface="-apple-system-body"/>
              </a:rPr>
              <a:t>は大人しく感情を表に出すことが苦手です。</a:t>
            </a:r>
            <a:endParaRPr lang="en-US" altLang="ja-JP" sz="2400" b="1" dirty="0" smtClean="0">
              <a:solidFill>
                <a:srgbClr val="0D0D0D"/>
              </a:solidFill>
              <a:latin typeface="-apple-system-body"/>
            </a:endParaRPr>
          </a:p>
          <a:p>
            <a:r>
              <a:rPr lang="ja-JP" altLang="en-US" sz="2400" b="1" i="0" dirty="0" smtClean="0">
                <a:solidFill>
                  <a:srgbClr val="0D0D0D"/>
                </a:solidFill>
                <a:effectLst/>
                <a:latin typeface="-apple-system-body"/>
              </a:rPr>
              <a:t>ある日、お宝が洞窟に隠されていると知ります。</a:t>
            </a:r>
            <a:endParaRPr lang="en-US" altLang="ja-JP" sz="2400" b="1" i="0" dirty="0" smtClean="0">
              <a:solidFill>
                <a:srgbClr val="0D0D0D"/>
              </a:solidFill>
              <a:effectLst/>
              <a:latin typeface="-apple-system-body"/>
            </a:endParaRPr>
          </a:p>
          <a:p>
            <a:r>
              <a:rPr lang="ja-JP" altLang="en-US" sz="2400" b="1" dirty="0">
                <a:solidFill>
                  <a:srgbClr val="0D0D0D"/>
                </a:solidFill>
                <a:latin typeface="-apple-system-body"/>
              </a:rPr>
              <a:t>そして</a:t>
            </a:r>
            <a:r>
              <a:rPr lang="ja-JP" altLang="en-US" sz="2400" b="1" i="0" dirty="0" smtClean="0">
                <a:solidFill>
                  <a:srgbClr val="0D0D0D"/>
                </a:solidFill>
                <a:effectLst/>
                <a:latin typeface="-apple-system-body"/>
              </a:rPr>
              <a:t>なんとそのお宝に触れると自分が願うものを手にすることができる。</a:t>
            </a:r>
            <a:endParaRPr lang="en-US" altLang="ja-JP" sz="2400" b="1" i="0" dirty="0" smtClean="0">
              <a:solidFill>
                <a:srgbClr val="0D0D0D"/>
              </a:solidFill>
              <a:effectLst/>
              <a:latin typeface="-apple-system-body"/>
            </a:endParaRPr>
          </a:p>
          <a:p>
            <a:r>
              <a:rPr lang="ja-JP" altLang="en-US" sz="2400" b="1" dirty="0" smtClean="0"/>
              <a:t>そこでプレイヤーはそのお宝を見つけるべく洞窟に探索に行きます。</a:t>
            </a:r>
            <a:endParaRPr lang="ja-JP" altLang="en-US" sz="2400" b="1" dirty="0"/>
          </a:p>
        </p:txBody>
      </p:sp>
    </p:spTree>
    <p:extLst>
      <p:ext uri="{BB962C8B-B14F-4D97-AF65-F5344CB8AC3E}">
        <p14:creationId xmlns:p14="http://schemas.microsoft.com/office/powerpoint/2010/main" val="379966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4984268" y="1340034"/>
            <a:ext cx="1567534" cy="923330"/>
          </a:xfrm>
          <a:prstGeom prst="rect">
            <a:avLst/>
          </a:prstGeom>
        </p:spPr>
        <p:txBody>
          <a:bodyPr wrap="square">
            <a:spAutoFit/>
          </a:bodyPr>
          <a:lstStyle/>
          <a:p>
            <a:pPr algn="ctr"/>
            <a:r>
              <a:rPr lang="ja-JP" altLang="en-US" sz="5400" b="1" dirty="0"/>
              <a:t>内容</a:t>
            </a:r>
            <a:endParaRPr lang="ja-JP" altLang="en-US" sz="5400" b="1" dirty="0"/>
          </a:p>
        </p:txBody>
      </p:sp>
      <p:sp>
        <p:nvSpPr>
          <p:cNvPr id="3" name="テキスト ボックス 2"/>
          <p:cNvSpPr txBox="1"/>
          <p:nvPr/>
        </p:nvSpPr>
        <p:spPr>
          <a:xfrm>
            <a:off x="1061206" y="2541864"/>
            <a:ext cx="10616270" cy="2031325"/>
          </a:xfrm>
          <a:prstGeom prst="rect">
            <a:avLst/>
          </a:prstGeom>
          <a:noFill/>
        </p:spPr>
        <p:txBody>
          <a:bodyPr wrap="square" rtlCol="0">
            <a:spAutoFit/>
          </a:bodyPr>
          <a:lstStyle/>
          <a:p>
            <a:r>
              <a:rPr kumimoji="1" lang="ja-JP" altLang="en-US" b="1" dirty="0" smtClean="0"/>
              <a:t>始めプレイヤーは移動しかできません。</a:t>
            </a:r>
            <a:endParaRPr kumimoji="1" lang="en-US" altLang="ja-JP" b="1" dirty="0" smtClean="0"/>
          </a:p>
          <a:p>
            <a:r>
              <a:rPr kumimoji="1" lang="ja-JP" altLang="en-US" b="1" dirty="0" smtClean="0"/>
              <a:t>洞窟は複数存在して</a:t>
            </a:r>
            <a:r>
              <a:rPr lang="ja-JP" altLang="en-US" b="1" dirty="0" smtClean="0"/>
              <a:t>おり最深部まで行くとお宝をゲットすることが出来ます。</a:t>
            </a:r>
            <a:endParaRPr kumimoji="1" lang="en-US" altLang="ja-JP" b="1" dirty="0" smtClean="0"/>
          </a:p>
          <a:p>
            <a:r>
              <a:rPr kumimoji="1" lang="ja-JP" altLang="en-US" b="1" dirty="0" smtClean="0"/>
              <a:t>お宝をゲットすることで１つ願いを</a:t>
            </a:r>
            <a:r>
              <a:rPr lang="ja-JP" altLang="en-US" b="1" dirty="0" smtClean="0"/>
              <a:t>叶えることが出来ます。</a:t>
            </a:r>
            <a:endParaRPr lang="en-US" altLang="ja-JP" b="1" dirty="0" smtClean="0"/>
          </a:p>
          <a:p>
            <a:r>
              <a:rPr lang="ja-JP" altLang="en-US" b="1" dirty="0" smtClean="0"/>
              <a:t>そこで１つの願いに付き１つの感情を</a:t>
            </a:r>
            <a:r>
              <a:rPr lang="ja-JP" altLang="en-US" b="1" dirty="0"/>
              <a:t>表</a:t>
            </a:r>
            <a:r>
              <a:rPr lang="ja-JP" altLang="en-US" b="1" dirty="0" smtClean="0"/>
              <a:t>に出</a:t>
            </a:r>
            <a:r>
              <a:rPr kumimoji="1" lang="ja-JP" altLang="en-US" b="1" dirty="0" smtClean="0"/>
              <a:t>することが出来ます。</a:t>
            </a:r>
            <a:endParaRPr kumimoji="1" lang="en-US" altLang="ja-JP" b="1" dirty="0" smtClean="0"/>
          </a:p>
          <a:p>
            <a:r>
              <a:rPr lang="ja-JP" altLang="en-US" b="1" dirty="0"/>
              <a:t>その願</a:t>
            </a:r>
            <a:r>
              <a:rPr lang="ja-JP" altLang="en-US" b="1" dirty="0" smtClean="0"/>
              <a:t>いで得た感情には少し特殊で、各</a:t>
            </a:r>
            <a:r>
              <a:rPr kumimoji="1" lang="ja-JP" altLang="en-US" b="1" dirty="0" smtClean="0"/>
              <a:t>感情に異なる能力を目覚めさすことが出来るようになります。</a:t>
            </a:r>
            <a:endParaRPr kumimoji="1" lang="en-US" altLang="ja-JP" b="1" dirty="0" smtClean="0"/>
          </a:p>
          <a:p>
            <a:r>
              <a:rPr lang="ja-JP" altLang="en-US" b="1" dirty="0" smtClean="0"/>
              <a:t>しかし一斉に異なる感情の能力は使うことはできず表に出している感情の能力しか使うことできない。</a:t>
            </a:r>
            <a:endParaRPr lang="en-US" altLang="ja-JP" b="1" dirty="0" smtClean="0"/>
          </a:p>
          <a:p>
            <a:r>
              <a:rPr kumimoji="1" lang="ja-JP" altLang="en-US" b="1" dirty="0" smtClean="0"/>
              <a:t>それらの能力を使いすべての感情を取り戻すことができるのか。</a:t>
            </a:r>
            <a:endParaRPr kumimoji="1" lang="ja-JP" altLang="en-US" b="1" dirty="0"/>
          </a:p>
        </p:txBody>
      </p:sp>
    </p:spTree>
    <p:extLst>
      <p:ext uri="{BB962C8B-B14F-4D97-AF65-F5344CB8AC3E}">
        <p14:creationId xmlns:p14="http://schemas.microsoft.com/office/powerpoint/2010/main" val="3138496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176008" y="1073791"/>
            <a:ext cx="1367405" cy="769441"/>
          </a:xfrm>
          <a:prstGeom prst="rect">
            <a:avLst/>
          </a:prstGeom>
          <a:noFill/>
        </p:spPr>
        <p:txBody>
          <a:bodyPr wrap="square" rtlCol="0">
            <a:spAutoFit/>
          </a:bodyPr>
          <a:lstStyle/>
          <a:p>
            <a:r>
              <a:rPr kumimoji="1" lang="ja-JP" altLang="en-US" sz="4400" b="1" dirty="0" smtClean="0"/>
              <a:t>感情</a:t>
            </a:r>
            <a:endParaRPr kumimoji="1" lang="ja-JP" altLang="en-US" sz="4400" b="1" dirty="0"/>
          </a:p>
        </p:txBody>
      </p:sp>
      <p:sp>
        <p:nvSpPr>
          <p:cNvPr id="3" name="テキスト ボックス 2"/>
          <p:cNvSpPr txBox="1"/>
          <p:nvPr/>
        </p:nvSpPr>
        <p:spPr>
          <a:xfrm>
            <a:off x="1635853" y="2231472"/>
            <a:ext cx="2004969" cy="369332"/>
          </a:xfrm>
          <a:prstGeom prst="rect">
            <a:avLst/>
          </a:prstGeom>
          <a:noFill/>
        </p:spPr>
        <p:txBody>
          <a:bodyPr wrap="square" rtlCol="0">
            <a:spAutoFit/>
          </a:bodyPr>
          <a:lstStyle/>
          <a:p>
            <a:r>
              <a:rPr kumimoji="1" lang="ja-JP" altLang="en-US" dirty="0" smtClean="0"/>
              <a:t>感情はすべて</a:t>
            </a:r>
            <a:endParaRPr kumimoji="1" lang="ja-JP" altLang="en-US" dirty="0"/>
          </a:p>
        </p:txBody>
      </p:sp>
    </p:spTree>
    <p:extLst>
      <p:ext uri="{BB962C8B-B14F-4D97-AF65-F5344CB8AC3E}">
        <p14:creationId xmlns:p14="http://schemas.microsoft.com/office/powerpoint/2010/main" val="841516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50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2731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200</Words>
  <Application>Microsoft Office PowerPoint</Application>
  <PresentationFormat>ワイド画面</PresentationFormat>
  <Paragraphs>22</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-apple-system-body</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GA3</dc:creator>
  <cp:lastModifiedBy>GA3</cp:lastModifiedBy>
  <cp:revision>22</cp:revision>
  <dcterms:created xsi:type="dcterms:W3CDTF">2026-10-05T01:45:09Z</dcterms:created>
  <dcterms:modified xsi:type="dcterms:W3CDTF">2026-10-15T07:15:23Z</dcterms:modified>
</cp:coreProperties>
</file>