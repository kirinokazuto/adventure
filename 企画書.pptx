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0" r:id="rId5"/>
    <p:sldId id="261" r:id="rId6"/>
    <p:sldId id="262" r:id="rId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サブタイトル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p:cNvSpPr>
            <a:spLocks noGrp="1"/>
          </p:cNvSpPr>
          <p:nvPr>
            <p:ph type="dt" sz="half" idx="10"/>
          </p:nvPr>
        </p:nvSpPr>
        <p:spPr/>
        <p:txBody>
          <a:bodyPr/>
          <a:lstStyle/>
          <a:p>
            <a:fld id="{6F6CF71D-B4D1-4CE1-9D45-0F127AB837F9}" type="datetimeFigureOut">
              <a:rPr kumimoji="1" lang="ja-JP" altLang="en-US" smtClean="0"/>
              <a:t>2026/10/21</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39558958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6F6CF71D-B4D1-4CE1-9D45-0F127AB837F9}" type="datetimeFigureOut">
              <a:rPr kumimoji="1" lang="ja-JP" altLang="en-US" smtClean="0"/>
              <a:t>2026/10/21</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21301216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6F6CF71D-B4D1-4CE1-9D45-0F127AB837F9}" type="datetimeFigureOut">
              <a:rPr kumimoji="1" lang="ja-JP" altLang="en-US" smtClean="0"/>
              <a:t>2026/10/21</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34094518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p:cNvSpPr>
            <a:spLocks noGrp="1"/>
          </p:cNvSpPr>
          <p:nvPr>
            <p:ph type="dt" sz="half" idx="10"/>
          </p:nvPr>
        </p:nvSpPr>
        <p:spPr/>
        <p:txBody>
          <a:bodyPr/>
          <a:lstStyle/>
          <a:p>
            <a:fld id="{6F6CF71D-B4D1-4CE1-9D45-0F127AB837F9}" type="datetimeFigureOut">
              <a:rPr kumimoji="1" lang="ja-JP" altLang="en-US" smtClean="0"/>
              <a:t>2026/10/21</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21827946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p:cNvSpPr>
            <a:spLocks noGrp="1"/>
          </p:cNvSpPr>
          <p:nvPr>
            <p:ph type="dt" sz="half" idx="10"/>
          </p:nvPr>
        </p:nvSpPr>
        <p:spPr/>
        <p:txBody>
          <a:bodyPr/>
          <a:lstStyle/>
          <a:p>
            <a:fld id="{6F6CF71D-B4D1-4CE1-9D45-0F127AB837F9}" type="datetimeFigureOut">
              <a:rPr kumimoji="1" lang="ja-JP" altLang="en-US" smtClean="0"/>
              <a:t>2026/10/21</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10088352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fld id="{6F6CF71D-B4D1-4CE1-9D45-0F127AB837F9}" type="datetimeFigureOut">
              <a:rPr kumimoji="1" lang="ja-JP" altLang="en-US" smtClean="0"/>
              <a:t>2026/10/21</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10054627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6F6CF71D-B4D1-4CE1-9D45-0F127AB837F9}" type="datetimeFigureOut">
              <a:rPr kumimoji="1" lang="ja-JP" altLang="en-US" smtClean="0"/>
              <a:t>2026/10/21</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35534715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6F6CF71D-B4D1-4CE1-9D45-0F127AB837F9}" type="datetimeFigureOut">
              <a:rPr kumimoji="1" lang="ja-JP" altLang="en-US" smtClean="0"/>
              <a:t>2026/10/21</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19966996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6F6CF71D-B4D1-4CE1-9D45-0F127AB837F9}" type="datetimeFigureOut">
              <a:rPr kumimoji="1" lang="ja-JP" altLang="en-US" smtClean="0"/>
              <a:t>2026/10/21</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4565753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6F6CF71D-B4D1-4CE1-9D45-0F127AB837F9}" type="datetimeFigureOut">
              <a:rPr kumimoji="1" lang="ja-JP" altLang="en-US" smtClean="0"/>
              <a:t>2026/10/21</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36436053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6F6CF71D-B4D1-4CE1-9D45-0F127AB837F9}" type="datetimeFigureOut">
              <a:rPr kumimoji="1" lang="ja-JP" altLang="en-US" smtClean="0"/>
              <a:t>2026/10/21</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21134574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F6CF71D-B4D1-4CE1-9D45-0F127AB837F9}" type="datetimeFigureOut">
              <a:rPr kumimoji="1" lang="ja-JP" altLang="en-US" smtClean="0"/>
              <a:t>2026/10/21</a:t>
            </a:fld>
            <a:endParaRPr kumimoji="1" lang="ja-JP" altLang="en-US"/>
          </a:p>
        </p:txBody>
      </p:sp>
      <p:sp>
        <p:nvSpPr>
          <p:cNvPr id="5" name="フッター プレースホルダー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134930485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p:cNvSpPr txBox="1"/>
          <p:nvPr/>
        </p:nvSpPr>
        <p:spPr>
          <a:xfrm>
            <a:off x="4462786" y="2523047"/>
            <a:ext cx="2952925" cy="1200329"/>
          </a:xfrm>
          <a:prstGeom prst="rect">
            <a:avLst/>
          </a:prstGeom>
          <a:noFill/>
        </p:spPr>
        <p:txBody>
          <a:bodyPr wrap="square" rtlCol="0">
            <a:spAutoFit/>
          </a:bodyPr>
          <a:lstStyle/>
          <a:p>
            <a:pPr algn="ctr"/>
            <a:r>
              <a:rPr kumimoji="1" lang="ja-JP" altLang="en-US" sz="7200" b="1" dirty="0"/>
              <a:t>企画書</a:t>
            </a:r>
          </a:p>
        </p:txBody>
      </p:sp>
      <p:sp>
        <p:nvSpPr>
          <p:cNvPr id="3" name="テキスト ボックス 2"/>
          <p:cNvSpPr txBox="1"/>
          <p:nvPr/>
        </p:nvSpPr>
        <p:spPr>
          <a:xfrm>
            <a:off x="3812442" y="4022011"/>
            <a:ext cx="4253612" cy="523220"/>
          </a:xfrm>
          <a:prstGeom prst="rect">
            <a:avLst/>
          </a:prstGeom>
          <a:noFill/>
        </p:spPr>
        <p:txBody>
          <a:bodyPr wrap="square" rtlCol="0">
            <a:spAutoFit/>
          </a:bodyPr>
          <a:lstStyle/>
          <a:p>
            <a:r>
              <a:rPr kumimoji="1" lang="ja-JP" altLang="en-US" sz="2800" b="1" dirty="0"/>
              <a:t>タイトル</a:t>
            </a:r>
            <a:r>
              <a:rPr lang="en-US" altLang="ja-JP" sz="2800" b="1" dirty="0"/>
              <a:t>:alter emotions</a:t>
            </a:r>
            <a:endParaRPr kumimoji="1" lang="ja-JP" altLang="en-US" sz="2800" b="1" dirty="0"/>
          </a:p>
        </p:txBody>
      </p:sp>
      <p:sp>
        <p:nvSpPr>
          <p:cNvPr id="4" name="テキスト ボックス 3"/>
          <p:cNvSpPr txBox="1"/>
          <p:nvPr/>
        </p:nvSpPr>
        <p:spPr>
          <a:xfrm>
            <a:off x="5444837" y="3837345"/>
            <a:ext cx="2521527" cy="369332"/>
          </a:xfrm>
          <a:prstGeom prst="rect">
            <a:avLst/>
          </a:prstGeom>
          <a:noFill/>
        </p:spPr>
        <p:txBody>
          <a:bodyPr wrap="square" rtlCol="0">
            <a:spAutoFit/>
          </a:bodyPr>
          <a:lstStyle/>
          <a:p>
            <a:r>
              <a:rPr kumimoji="1" lang="ja-JP" altLang="en-US" dirty="0"/>
              <a:t>オルターエモーション</a:t>
            </a:r>
          </a:p>
        </p:txBody>
      </p:sp>
    </p:spTree>
    <p:extLst>
      <p:ext uri="{BB962C8B-B14F-4D97-AF65-F5344CB8AC3E}">
        <p14:creationId xmlns:p14="http://schemas.microsoft.com/office/powerpoint/2010/main" val="10359359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p:cNvSpPr txBox="1"/>
          <p:nvPr/>
        </p:nvSpPr>
        <p:spPr>
          <a:xfrm>
            <a:off x="947954" y="1993241"/>
            <a:ext cx="4286775" cy="461665"/>
          </a:xfrm>
          <a:prstGeom prst="rect">
            <a:avLst/>
          </a:prstGeom>
          <a:noFill/>
        </p:spPr>
        <p:txBody>
          <a:bodyPr wrap="square" rtlCol="0">
            <a:spAutoFit/>
          </a:bodyPr>
          <a:lstStyle/>
          <a:p>
            <a:r>
              <a:rPr lang="en-US" altLang="ja-JP" sz="2400" b="1" dirty="0"/>
              <a:t>3D</a:t>
            </a:r>
            <a:r>
              <a:rPr lang="ja-JP" altLang="en-US" sz="2400" b="1" dirty="0"/>
              <a:t>アクションアドベンチャー</a:t>
            </a:r>
            <a:endParaRPr kumimoji="1" lang="ja-JP" altLang="en-US" sz="2400" dirty="0"/>
          </a:p>
        </p:txBody>
      </p:sp>
      <p:sp>
        <p:nvSpPr>
          <p:cNvPr id="3" name="テキスト ボックス 2"/>
          <p:cNvSpPr txBox="1"/>
          <p:nvPr/>
        </p:nvSpPr>
        <p:spPr>
          <a:xfrm>
            <a:off x="667622" y="1416978"/>
            <a:ext cx="1339444" cy="400110"/>
          </a:xfrm>
          <a:prstGeom prst="rect">
            <a:avLst/>
          </a:prstGeom>
          <a:noFill/>
        </p:spPr>
        <p:txBody>
          <a:bodyPr wrap="square" rtlCol="0">
            <a:spAutoFit/>
          </a:bodyPr>
          <a:lstStyle/>
          <a:p>
            <a:r>
              <a:rPr kumimoji="1" lang="ja-JP" altLang="en-US" sz="2000" b="1" dirty="0"/>
              <a:t>ジャンル</a:t>
            </a:r>
          </a:p>
        </p:txBody>
      </p:sp>
      <p:sp>
        <p:nvSpPr>
          <p:cNvPr id="5" name="テキスト ボックス 4"/>
          <p:cNvSpPr txBox="1"/>
          <p:nvPr/>
        </p:nvSpPr>
        <p:spPr>
          <a:xfrm>
            <a:off x="667622" y="2916571"/>
            <a:ext cx="1234581" cy="400110"/>
          </a:xfrm>
          <a:prstGeom prst="rect">
            <a:avLst/>
          </a:prstGeom>
          <a:noFill/>
        </p:spPr>
        <p:txBody>
          <a:bodyPr wrap="square" rtlCol="0">
            <a:spAutoFit/>
          </a:bodyPr>
          <a:lstStyle/>
          <a:p>
            <a:r>
              <a:rPr kumimoji="1" lang="ja-JP" altLang="en-US" sz="2000" b="1" dirty="0"/>
              <a:t>開発環境</a:t>
            </a:r>
          </a:p>
        </p:txBody>
      </p:sp>
      <p:sp>
        <p:nvSpPr>
          <p:cNvPr id="6" name="テキスト ボックス 5"/>
          <p:cNvSpPr txBox="1"/>
          <p:nvPr/>
        </p:nvSpPr>
        <p:spPr>
          <a:xfrm>
            <a:off x="947954" y="3547513"/>
            <a:ext cx="2290194" cy="461665"/>
          </a:xfrm>
          <a:prstGeom prst="rect">
            <a:avLst/>
          </a:prstGeom>
          <a:noFill/>
        </p:spPr>
        <p:txBody>
          <a:bodyPr wrap="square" rtlCol="0">
            <a:spAutoFit/>
          </a:bodyPr>
          <a:lstStyle/>
          <a:p>
            <a:r>
              <a:rPr lang="en-US" altLang="ja-JP" sz="2400" b="1" dirty="0"/>
              <a:t>Unreal Engine</a:t>
            </a:r>
            <a:endParaRPr kumimoji="1" lang="ja-JP" altLang="en-US" sz="2400" b="1" dirty="0"/>
          </a:p>
        </p:txBody>
      </p:sp>
    </p:spTree>
    <p:extLst>
      <p:ext uri="{BB962C8B-B14F-4D97-AF65-F5344CB8AC3E}">
        <p14:creationId xmlns:p14="http://schemas.microsoft.com/office/powerpoint/2010/main" val="4312447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p:cNvSpPr txBox="1"/>
          <p:nvPr/>
        </p:nvSpPr>
        <p:spPr>
          <a:xfrm>
            <a:off x="5100507" y="1233182"/>
            <a:ext cx="1627464" cy="923330"/>
          </a:xfrm>
          <a:prstGeom prst="rect">
            <a:avLst/>
          </a:prstGeom>
          <a:noFill/>
        </p:spPr>
        <p:txBody>
          <a:bodyPr wrap="square" rtlCol="0">
            <a:spAutoFit/>
          </a:bodyPr>
          <a:lstStyle/>
          <a:p>
            <a:r>
              <a:rPr lang="ja-JP" altLang="en-US" sz="5400" b="1" dirty="0"/>
              <a:t>概要</a:t>
            </a:r>
            <a:endParaRPr kumimoji="1" lang="ja-JP" altLang="en-US" sz="5400" b="1" dirty="0"/>
          </a:p>
        </p:txBody>
      </p:sp>
      <p:sp>
        <p:nvSpPr>
          <p:cNvPr id="3" name="正方形/長方形 2"/>
          <p:cNvSpPr/>
          <p:nvPr/>
        </p:nvSpPr>
        <p:spPr>
          <a:xfrm>
            <a:off x="1253834" y="2682271"/>
            <a:ext cx="10364919" cy="1569660"/>
          </a:xfrm>
          <a:prstGeom prst="rect">
            <a:avLst/>
          </a:prstGeom>
        </p:spPr>
        <p:txBody>
          <a:bodyPr wrap="square">
            <a:spAutoFit/>
          </a:bodyPr>
          <a:lstStyle/>
          <a:p>
            <a:r>
              <a:rPr lang="ja-JP" altLang="en-US" sz="2400" b="1" dirty="0">
                <a:solidFill>
                  <a:srgbClr val="0D0D0D"/>
                </a:solidFill>
                <a:latin typeface="-apple-system-body"/>
              </a:rPr>
              <a:t>プレイヤーは大人しく感情を表に出すことが苦手です。</a:t>
            </a:r>
            <a:endParaRPr lang="en-US" altLang="ja-JP" sz="2400" b="1" dirty="0">
              <a:solidFill>
                <a:srgbClr val="0D0D0D"/>
              </a:solidFill>
              <a:latin typeface="-apple-system-body"/>
            </a:endParaRPr>
          </a:p>
          <a:p>
            <a:r>
              <a:rPr lang="ja-JP" altLang="en-US" sz="2400" b="1" i="0" dirty="0">
                <a:solidFill>
                  <a:srgbClr val="0D0D0D"/>
                </a:solidFill>
                <a:effectLst/>
                <a:latin typeface="-apple-system-body"/>
              </a:rPr>
              <a:t>ある日、お宝が洞窟に隠されていると知ります。</a:t>
            </a:r>
            <a:endParaRPr lang="en-US" altLang="ja-JP" sz="2400" b="1" i="0" dirty="0">
              <a:solidFill>
                <a:srgbClr val="0D0D0D"/>
              </a:solidFill>
              <a:effectLst/>
              <a:latin typeface="-apple-system-body"/>
            </a:endParaRPr>
          </a:p>
          <a:p>
            <a:r>
              <a:rPr lang="ja-JP" altLang="en-US" sz="2400" b="1" dirty="0">
                <a:solidFill>
                  <a:srgbClr val="0D0D0D"/>
                </a:solidFill>
                <a:latin typeface="-apple-system-body"/>
              </a:rPr>
              <a:t>そして</a:t>
            </a:r>
            <a:r>
              <a:rPr lang="ja-JP" altLang="en-US" sz="2400" b="1" i="0" dirty="0">
                <a:solidFill>
                  <a:srgbClr val="0D0D0D"/>
                </a:solidFill>
                <a:effectLst/>
                <a:latin typeface="-apple-system-body"/>
              </a:rPr>
              <a:t>なんとそのお宝に触れると自分が願うものを手にすることができる。</a:t>
            </a:r>
            <a:endParaRPr lang="en-US" altLang="ja-JP" sz="2400" b="1" i="0" dirty="0">
              <a:solidFill>
                <a:srgbClr val="0D0D0D"/>
              </a:solidFill>
              <a:effectLst/>
              <a:latin typeface="-apple-system-body"/>
            </a:endParaRPr>
          </a:p>
          <a:p>
            <a:r>
              <a:rPr lang="ja-JP" altLang="en-US" sz="2400" b="1" dirty="0"/>
              <a:t>そこでプレイヤーはそのお宝を見つけるべく洞窟に探索に行きます。</a:t>
            </a:r>
          </a:p>
        </p:txBody>
      </p:sp>
    </p:spTree>
    <p:extLst>
      <p:ext uri="{BB962C8B-B14F-4D97-AF65-F5344CB8AC3E}">
        <p14:creationId xmlns:p14="http://schemas.microsoft.com/office/powerpoint/2010/main" val="37996628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4984268" y="1340034"/>
            <a:ext cx="1567534" cy="923330"/>
          </a:xfrm>
          <a:prstGeom prst="rect">
            <a:avLst/>
          </a:prstGeom>
        </p:spPr>
        <p:txBody>
          <a:bodyPr wrap="square">
            <a:spAutoFit/>
          </a:bodyPr>
          <a:lstStyle/>
          <a:p>
            <a:pPr algn="ctr"/>
            <a:r>
              <a:rPr lang="ja-JP" altLang="en-US" sz="5400" b="1" dirty="0"/>
              <a:t>内容</a:t>
            </a:r>
          </a:p>
        </p:txBody>
      </p:sp>
      <p:sp>
        <p:nvSpPr>
          <p:cNvPr id="3" name="テキスト ボックス 2"/>
          <p:cNvSpPr txBox="1"/>
          <p:nvPr/>
        </p:nvSpPr>
        <p:spPr>
          <a:xfrm>
            <a:off x="1061206" y="2541864"/>
            <a:ext cx="10616270" cy="2031325"/>
          </a:xfrm>
          <a:prstGeom prst="rect">
            <a:avLst/>
          </a:prstGeom>
          <a:noFill/>
        </p:spPr>
        <p:txBody>
          <a:bodyPr wrap="square" rtlCol="0">
            <a:spAutoFit/>
          </a:bodyPr>
          <a:lstStyle/>
          <a:p>
            <a:r>
              <a:rPr kumimoji="1" lang="ja-JP" altLang="en-US" b="1" dirty="0"/>
              <a:t>始めプレイヤーは移動しかできません。</a:t>
            </a:r>
            <a:endParaRPr kumimoji="1" lang="en-US" altLang="ja-JP" b="1" dirty="0"/>
          </a:p>
          <a:p>
            <a:r>
              <a:rPr kumimoji="1" lang="ja-JP" altLang="en-US" b="1" dirty="0"/>
              <a:t>洞窟は複数存在して</a:t>
            </a:r>
            <a:r>
              <a:rPr lang="ja-JP" altLang="en-US" b="1" dirty="0"/>
              <a:t>おり最深部まで行くとお宝をゲットすることが出来ます。</a:t>
            </a:r>
            <a:endParaRPr kumimoji="1" lang="en-US" altLang="ja-JP" b="1" dirty="0"/>
          </a:p>
          <a:p>
            <a:r>
              <a:rPr kumimoji="1" lang="ja-JP" altLang="en-US" b="1" dirty="0"/>
              <a:t>お宝をゲットすることで１つ願いを</a:t>
            </a:r>
            <a:r>
              <a:rPr lang="ja-JP" altLang="en-US" b="1" dirty="0"/>
              <a:t>叶えることが出来ます。</a:t>
            </a:r>
            <a:endParaRPr lang="en-US" altLang="ja-JP" b="1" dirty="0"/>
          </a:p>
          <a:p>
            <a:r>
              <a:rPr lang="ja-JP" altLang="en-US" b="1" dirty="0"/>
              <a:t>そこで１つの願いに付き１つの感情を表に出</a:t>
            </a:r>
            <a:r>
              <a:rPr kumimoji="1" lang="ja-JP" altLang="en-US" b="1" dirty="0"/>
              <a:t>することが出来ます。</a:t>
            </a:r>
            <a:endParaRPr kumimoji="1" lang="en-US" altLang="ja-JP" b="1" dirty="0"/>
          </a:p>
          <a:p>
            <a:r>
              <a:rPr lang="ja-JP" altLang="en-US" b="1" dirty="0"/>
              <a:t>その願いで得た感情には少し特殊で、各</a:t>
            </a:r>
            <a:r>
              <a:rPr kumimoji="1" lang="ja-JP" altLang="en-US" b="1" dirty="0"/>
              <a:t>感情に異なる能力を目覚めさすことが出来るようになります。</a:t>
            </a:r>
            <a:endParaRPr kumimoji="1" lang="en-US" altLang="ja-JP" b="1" dirty="0"/>
          </a:p>
          <a:p>
            <a:r>
              <a:rPr lang="ja-JP" altLang="en-US" b="1" dirty="0"/>
              <a:t>しかし一斉に異なる感情の能力は使うことはできず表に出している感情の能力しか使うことできない。</a:t>
            </a:r>
            <a:endParaRPr lang="en-US" altLang="ja-JP" b="1" dirty="0"/>
          </a:p>
          <a:p>
            <a:r>
              <a:rPr kumimoji="1" lang="ja-JP" altLang="en-US" b="1" dirty="0"/>
              <a:t>それらの能力を使いすべての感情を取り戻す。</a:t>
            </a:r>
          </a:p>
        </p:txBody>
      </p:sp>
    </p:spTree>
    <p:extLst>
      <p:ext uri="{BB962C8B-B14F-4D97-AF65-F5344CB8AC3E}">
        <p14:creationId xmlns:p14="http://schemas.microsoft.com/office/powerpoint/2010/main" val="31384968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p:cNvSpPr txBox="1"/>
          <p:nvPr/>
        </p:nvSpPr>
        <p:spPr>
          <a:xfrm>
            <a:off x="5230329" y="1137166"/>
            <a:ext cx="1367405" cy="769441"/>
          </a:xfrm>
          <a:prstGeom prst="rect">
            <a:avLst/>
          </a:prstGeom>
          <a:noFill/>
        </p:spPr>
        <p:txBody>
          <a:bodyPr wrap="square" rtlCol="0">
            <a:spAutoFit/>
          </a:bodyPr>
          <a:lstStyle/>
          <a:p>
            <a:r>
              <a:rPr kumimoji="1" lang="ja-JP" altLang="en-US" sz="4400" b="1" dirty="0"/>
              <a:t>感情</a:t>
            </a:r>
          </a:p>
        </p:txBody>
      </p:sp>
      <p:sp>
        <p:nvSpPr>
          <p:cNvPr id="3" name="テキスト ボックス 2"/>
          <p:cNvSpPr txBox="1"/>
          <p:nvPr/>
        </p:nvSpPr>
        <p:spPr>
          <a:xfrm>
            <a:off x="1059255" y="2523001"/>
            <a:ext cx="4312273" cy="523220"/>
          </a:xfrm>
          <a:prstGeom prst="rect">
            <a:avLst/>
          </a:prstGeom>
          <a:noFill/>
        </p:spPr>
        <p:txBody>
          <a:bodyPr wrap="square" rtlCol="0">
            <a:spAutoFit/>
          </a:bodyPr>
          <a:lstStyle/>
          <a:p>
            <a:r>
              <a:rPr kumimoji="1" lang="ja-JP" altLang="en-US" sz="2800" b="1" dirty="0"/>
              <a:t>・感情は全部で８種類</a:t>
            </a:r>
            <a:endParaRPr kumimoji="1" lang="en-US" altLang="ja-JP" sz="2800" b="1" dirty="0"/>
          </a:p>
        </p:txBody>
      </p:sp>
      <p:sp>
        <p:nvSpPr>
          <p:cNvPr id="4" name="テキスト ボックス 3">
            <a:extLst>
              <a:ext uri="{FF2B5EF4-FFF2-40B4-BE49-F238E27FC236}">
                <a16:creationId xmlns:a16="http://schemas.microsoft.com/office/drawing/2014/main" id="{9B73D713-1607-406F-AA15-CD3C7B61FA5A}"/>
              </a:ext>
            </a:extLst>
          </p:cNvPr>
          <p:cNvSpPr txBox="1"/>
          <p:nvPr/>
        </p:nvSpPr>
        <p:spPr>
          <a:xfrm>
            <a:off x="1059255" y="3662615"/>
            <a:ext cx="6916847" cy="523220"/>
          </a:xfrm>
          <a:prstGeom prst="rect">
            <a:avLst/>
          </a:prstGeom>
          <a:noFill/>
        </p:spPr>
        <p:txBody>
          <a:bodyPr wrap="square" rtlCol="0">
            <a:spAutoFit/>
          </a:bodyPr>
          <a:lstStyle/>
          <a:p>
            <a:r>
              <a:rPr kumimoji="1" lang="ja-JP" altLang="en-US" sz="2800" b="1" dirty="0"/>
              <a:t>・それぞれの感情によって能力が異なる</a:t>
            </a:r>
          </a:p>
        </p:txBody>
      </p:sp>
      <p:sp>
        <p:nvSpPr>
          <p:cNvPr id="5" name="テキスト ボックス 4">
            <a:extLst>
              <a:ext uri="{FF2B5EF4-FFF2-40B4-BE49-F238E27FC236}">
                <a16:creationId xmlns:a16="http://schemas.microsoft.com/office/drawing/2014/main" id="{E695A995-3356-4D1F-2AA4-BE1E76FB6989}"/>
              </a:ext>
            </a:extLst>
          </p:cNvPr>
          <p:cNvSpPr txBox="1"/>
          <p:nvPr/>
        </p:nvSpPr>
        <p:spPr>
          <a:xfrm>
            <a:off x="1059255" y="4802229"/>
            <a:ext cx="9261696" cy="523220"/>
          </a:xfrm>
          <a:prstGeom prst="rect">
            <a:avLst/>
          </a:prstGeom>
          <a:noFill/>
        </p:spPr>
        <p:txBody>
          <a:bodyPr wrap="square" rtlCol="0">
            <a:spAutoFit/>
          </a:bodyPr>
          <a:lstStyle/>
          <a:p>
            <a:r>
              <a:rPr kumimoji="1" lang="ja-JP" altLang="en-US" sz="2800" b="1" dirty="0"/>
              <a:t>・</a:t>
            </a:r>
            <a:r>
              <a:rPr lang="ja-JP" altLang="en-US" sz="2800" b="1" dirty="0"/>
              <a:t>能力</a:t>
            </a:r>
            <a:r>
              <a:rPr kumimoji="1" lang="ja-JP" altLang="en-US" sz="2800" b="1" dirty="0"/>
              <a:t>例</a:t>
            </a:r>
            <a:r>
              <a:rPr kumimoji="1" lang="en-US" altLang="ja-JP" sz="2800" b="1" dirty="0"/>
              <a:t>(</a:t>
            </a:r>
            <a:r>
              <a:rPr kumimoji="1" lang="ja-JP" altLang="en-US" sz="2800" b="1" dirty="0"/>
              <a:t>ジャンプ力上昇、水を操れる、攻撃ができる</a:t>
            </a:r>
            <a:r>
              <a:rPr kumimoji="1" lang="en-US" altLang="ja-JP" sz="2800" b="1" dirty="0"/>
              <a:t>)</a:t>
            </a:r>
            <a:endParaRPr kumimoji="1" lang="ja-JP" altLang="en-US" sz="2800" b="1" dirty="0"/>
          </a:p>
        </p:txBody>
      </p:sp>
    </p:spTree>
    <p:extLst>
      <p:ext uri="{BB962C8B-B14F-4D97-AF65-F5344CB8AC3E}">
        <p14:creationId xmlns:p14="http://schemas.microsoft.com/office/powerpoint/2010/main" val="8415169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AB0ED0D1-0C23-A14C-4226-CB52670F25DC}"/>
              </a:ext>
            </a:extLst>
          </p:cNvPr>
          <p:cNvSpPr txBox="1"/>
          <p:nvPr/>
        </p:nvSpPr>
        <p:spPr>
          <a:xfrm>
            <a:off x="5389830" y="1149790"/>
            <a:ext cx="1412340" cy="830997"/>
          </a:xfrm>
          <a:prstGeom prst="rect">
            <a:avLst/>
          </a:prstGeom>
          <a:noFill/>
        </p:spPr>
        <p:txBody>
          <a:bodyPr wrap="square" rtlCol="0">
            <a:spAutoFit/>
          </a:bodyPr>
          <a:lstStyle/>
          <a:p>
            <a:pPr algn="just"/>
            <a:r>
              <a:rPr kumimoji="1" lang="ja-JP" altLang="en-US" sz="4800" b="1" dirty="0"/>
              <a:t>洞窟</a:t>
            </a:r>
          </a:p>
        </p:txBody>
      </p:sp>
      <p:sp>
        <p:nvSpPr>
          <p:cNvPr id="3" name="テキスト ボックス 2">
            <a:extLst>
              <a:ext uri="{FF2B5EF4-FFF2-40B4-BE49-F238E27FC236}">
                <a16:creationId xmlns:a16="http://schemas.microsoft.com/office/drawing/2014/main" id="{0B4D1167-73B1-A82D-D7EB-B6AF267EB2B6}"/>
              </a:ext>
            </a:extLst>
          </p:cNvPr>
          <p:cNvSpPr txBox="1"/>
          <p:nvPr/>
        </p:nvSpPr>
        <p:spPr>
          <a:xfrm>
            <a:off x="1610007" y="2580237"/>
            <a:ext cx="8971986" cy="523220"/>
          </a:xfrm>
          <a:prstGeom prst="rect">
            <a:avLst/>
          </a:prstGeom>
          <a:noFill/>
        </p:spPr>
        <p:txBody>
          <a:bodyPr wrap="square" rtlCol="0">
            <a:spAutoFit/>
          </a:bodyPr>
          <a:lstStyle/>
          <a:p>
            <a:r>
              <a:rPr kumimoji="1" lang="ja-JP" altLang="en-US" sz="2800" b="1" dirty="0"/>
              <a:t>・洞窟は複数あり、たまに同じ洞窟にお宝がある。</a:t>
            </a:r>
          </a:p>
        </p:txBody>
      </p:sp>
      <p:sp>
        <p:nvSpPr>
          <p:cNvPr id="4" name="テキスト ボックス 3">
            <a:extLst>
              <a:ext uri="{FF2B5EF4-FFF2-40B4-BE49-F238E27FC236}">
                <a16:creationId xmlns:a16="http://schemas.microsoft.com/office/drawing/2014/main" id="{933CCFDA-2573-9B2C-4D48-56898D54FFF9}"/>
              </a:ext>
            </a:extLst>
          </p:cNvPr>
          <p:cNvSpPr txBox="1"/>
          <p:nvPr/>
        </p:nvSpPr>
        <p:spPr>
          <a:xfrm>
            <a:off x="1610007" y="3832428"/>
            <a:ext cx="6735778" cy="523220"/>
          </a:xfrm>
          <a:prstGeom prst="rect">
            <a:avLst/>
          </a:prstGeom>
          <a:noFill/>
        </p:spPr>
        <p:txBody>
          <a:bodyPr wrap="square" rtlCol="0">
            <a:spAutoFit/>
          </a:bodyPr>
          <a:lstStyle/>
          <a:p>
            <a:r>
              <a:rPr kumimoji="1" lang="ja-JP" altLang="en-US" sz="2800" b="1" dirty="0"/>
              <a:t>・色んなギミックが</a:t>
            </a:r>
            <a:r>
              <a:rPr kumimoji="1" lang="ja-JP" altLang="en-US" sz="2800" b="1" dirty="0" smtClean="0"/>
              <a:t>ある</a:t>
            </a:r>
            <a:endParaRPr kumimoji="1" lang="ja-JP" altLang="en-US" sz="2800" b="1" dirty="0"/>
          </a:p>
        </p:txBody>
      </p:sp>
    </p:spTree>
    <p:extLst>
      <p:ext uri="{BB962C8B-B14F-4D97-AF65-F5344CB8AC3E}">
        <p14:creationId xmlns:p14="http://schemas.microsoft.com/office/powerpoint/2010/main" val="2901506423"/>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666</TotalTime>
  <Words>243</Words>
  <Application>Microsoft Office PowerPoint</Application>
  <PresentationFormat>ワイド画面</PresentationFormat>
  <Paragraphs>27</Paragraphs>
  <Slides>6</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6</vt:i4>
      </vt:variant>
    </vt:vector>
  </HeadingPairs>
  <TitlesOfParts>
    <vt:vector size="11" baseType="lpstr">
      <vt:lpstr>-apple-system-body</vt: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GA3</dc:creator>
  <cp:lastModifiedBy>GA3</cp:lastModifiedBy>
  <cp:revision>25</cp:revision>
  <dcterms:created xsi:type="dcterms:W3CDTF">2026-10-05T01:45:09Z</dcterms:created>
  <dcterms:modified xsi:type="dcterms:W3CDTF">2026-10-21T00:06:07Z</dcterms:modified>
</cp:coreProperties>
</file>