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5895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0121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451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79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8835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462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3471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6699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6575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3605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457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CF71D-B4D1-4CE1-9D45-0F127AB837F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C33C3D-2044-4718-BE29-DDDE3D9203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9304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4471332" y="2634142"/>
            <a:ext cx="29529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7200" b="1" dirty="0" smtClean="0"/>
              <a:t>企画書</a:t>
            </a:r>
            <a:endParaRPr kumimoji="1" lang="ja-JP" altLang="en-US" sz="7200" b="1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4563610" y="4278385"/>
            <a:ext cx="27683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 smtClean="0"/>
              <a:t>タイトル、未定</a:t>
            </a:r>
            <a:endParaRPr kumimoji="1" lang="ja-JP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035935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956343" y="1757094"/>
            <a:ext cx="42867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 smtClean="0"/>
              <a:t>3D</a:t>
            </a:r>
            <a:r>
              <a:rPr lang="ja-JP" altLang="en-US" sz="2400" b="1" dirty="0"/>
              <a:t>アクションアドベンチャー</a:t>
            </a:r>
            <a:endParaRPr kumimoji="1" lang="ja-JP" altLang="en-US" sz="24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623580" y="1193542"/>
            <a:ext cx="1339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 smtClean="0"/>
              <a:t>ジャンル</a:t>
            </a:r>
            <a:endParaRPr kumimoji="1" lang="ja-JP" altLang="en-US" sz="2000" b="1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76011" y="2652445"/>
            <a:ext cx="12345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 smtClean="0"/>
              <a:t>開発環境</a:t>
            </a:r>
            <a:endParaRPr kumimoji="1" lang="ja-JP" altLang="en-US" sz="2000" b="1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956343" y="3277552"/>
            <a:ext cx="22901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 smtClean="0"/>
              <a:t>Unreal Engine</a:t>
            </a:r>
            <a:endParaRPr kumimoji="1" lang="ja-JP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31244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5134063" y="1182848"/>
            <a:ext cx="1627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5400" b="1" dirty="0"/>
              <a:t>概要</a:t>
            </a:r>
            <a:endParaRPr kumimoji="1" lang="ja-JP" altLang="en-US" sz="5400" b="1" dirty="0"/>
          </a:p>
        </p:txBody>
      </p:sp>
      <p:sp>
        <p:nvSpPr>
          <p:cNvPr id="3" name="正方形/長方形 2"/>
          <p:cNvSpPr/>
          <p:nvPr/>
        </p:nvSpPr>
        <p:spPr>
          <a:xfrm>
            <a:off x="834383" y="2967497"/>
            <a:ext cx="849463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b="1" dirty="0" smtClean="0">
                <a:solidFill>
                  <a:srgbClr val="0D0D0D"/>
                </a:solidFill>
                <a:latin typeface="-apple-system-body"/>
              </a:rPr>
              <a:t>プレイヤー</a:t>
            </a:r>
            <a:r>
              <a:rPr lang="ja-JP" altLang="en-US" b="1" dirty="0">
                <a:solidFill>
                  <a:srgbClr val="0D0D0D"/>
                </a:solidFill>
                <a:latin typeface="-apple-system-body"/>
              </a:rPr>
              <a:t>は</a:t>
            </a:r>
            <a:r>
              <a:rPr lang="ja-JP" altLang="en-US" b="1" dirty="0" smtClean="0">
                <a:solidFill>
                  <a:srgbClr val="0D0D0D"/>
                </a:solidFill>
                <a:latin typeface="-apple-system-body"/>
              </a:rPr>
              <a:t>感情を出すことが。</a:t>
            </a:r>
            <a:endParaRPr lang="en-US" altLang="ja-JP" b="1" dirty="0" smtClean="0">
              <a:solidFill>
                <a:srgbClr val="0D0D0D"/>
              </a:solidFill>
              <a:latin typeface="-apple-system-body"/>
            </a:endParaRPr>
          </a:p>
          <a:p>
            <a:r>
              <a:rPr lang="ja-JP" altLang="en-US" b="1" i="0" dirty="0" smtClean="0">
                <a:solidFill>
                  <a:srgbClr val="0D0D0D"/>
                </a:solidFill>
                <a:effectLst/>
                <a:latin typeface="-apple-system-body"/>
              </a:rPr>
              <a:t>感情を取り戻すためにプレイヤーの脳にプレイヤー自身が意識を送りこみます。</a:t>
            </a:r>
            <a:endParaRPr lang="en-US" altLang="ja-JP" b="1" i="0" dirty="0" smtClean="0">
              <a:solidFill>
                <a:srgbClr val="0D0D0D"/>
              </a:solidFill>
              <a:effectLst/>
              <a:latin typeface="-apple-system-body"/>
            </a:endParaRPr>
          </a:p>
          <a:p>
            <a:r>
              <a:rPr lang="ja-JP" altLang="en-US" b="1" dirty="0" smtClean="0"/>
              <a:t>複数の試練を乗り越え徐々に感情を取り戻していきます。</a:t>
            </a:r>
            <a:endParaRPr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799662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/>
        </p:nvSpPr>
        <p:spPr>
          <a:xfrm>
            <a:off x="4791322" y="1239365"/>
            <a:ext cx="153397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4800" b="1" dirty="0"/>
              <a:t>概要</a:t>
            </a:r>
            <a:endParaRPr lang="ja-JP" alt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3138496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49</Words>
  <Application>Microsoft Office PowerPoint</Application>
  <PresentationFormat>ワイド画面</PresentationFormat>
  <Paragraphs>11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-apple-system-body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GA3</dc:creator>
  <cp:lastModifiedBy>GA3</cp:lastModifiedBy>
  <cp:revision>8</cp:revision>
  <dcterms:created xsi:type="dcterms:W3CDTF">2026-10-05T01:45:09Z</dcterms:created>
  <dcterms:modified xsi:type="dcterms:W3CDTF">2026-10-05T02:57:44Z</dcterms:modified>
</cp:coreProperties>
</file>